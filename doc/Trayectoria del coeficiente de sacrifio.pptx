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63" r:id="rId3"/>
  </p:sldIdLst>
  <p:sldSz cx="12192000" cy="6858000"/>
  <p:notesSz cx="6858000" cy="9144000"/>
  <p:defaultTextStyle>
    <a:defPPr>
      <a:defRPr lang="es-G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9" d="100"/>
          <a:sy n="109" d="100"/>
        </p:scale>
        <p:origin x="58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338C5D-E399-49C0-BCD1-177C7655C64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GT"/>
          </a:p>
        </p:txBody>
      </p:sp>
      <p:sp>
        <p:nvSpPr>
          <p:cNvPr id="3" name="Subtítulo 2">
            <a:extLst>
              <a:ext uri="{FF2B5EF4-FFF2-40B4-BE49-F238E27FC236}">
                <a16:creationId xmlns:a16="http://schemas.microsoft.com/office/drawing/2014/main" id="{4FDFA957-3861-4CE1-8B80-18628FF476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GT"/>
          </a:p>
        </p:txBody>
      </p:sp>
      <p:sp>
        <p:nvSpPr>
          <p:cNvPr id="4" name="Marcador de fecha 3">
            <a:extLst>
              <a:ext uri="{FF2B5EF4-FFF2-40B4-BE49-F238E27FC236}">
                <a16:creationId xmlns:a16="http://schemas.microsoft.com/office/drawing/2014/main" id="{0326F5F4-0FCA-4FC1-9359-EE885BFEE6BC}"/>
              </a:ext>
            </a:extLst>
          </p:cNvPr>
          <p:cNvSpPr>
            <a:spLocks noGrp="1"/>
          </p:cNvSpPr>
          <p:nvPr>
            <p:ph type="dt" sz="half" idx="10"/>
          </p:nvPr>
        </p:nvSpPr>
        <p:spPr/>
        <p:txBody>
          <a:bodyPr/>
          <a:lstStyle/>
          <a:p>
            <a:fld id="{E7BBE58D-DF9C-49B6-93C6-776F45DD6FB6}" type="datetimeFigureOut">
              <a:rPr lang="es-GT" smtClean="0"/>
              <a:t>31/10/2025</a:t>
            </a:fld>
            <a:endParaRPr lang="es-GT"/>
          </a:p>
        </p:txBody>
      </p:sp>
      <p:sp>
        <p:nvSpPr>
          <p:cNvPr id="5" name="Marcador de pie de página 4">
            <a:extLst>
              <a:ext uri="{FF2B5EF4-FFF2-40B4-BE49-F238E27FC236}">
                <a16:creationId xmlns:a16="http://schemas.microsoft.com/office/drawing/2014/main" id="{8D3722C6-4B20-469C-99BB-96BED04683C0}"/>
              </a:ext>
            </a:extLst>
          </p:cNvPr>
          <p:cNvSpPr>
            <a:spLocks noGrp="1"/>
          </p:cNvSpPr>
          <p:nvPr>
            <p:ph type="ftr" sz="quarter" idx="11"/>
          </p:nvPr>
        </p:nvSpPr>
        <p:spPr/>
        <p:txBody>
          <a:bodyPr/>
          <a:lstStyle/>
          <a:p>
            <a:endParaRPr lang="es-GT"/>
          </a:p>
        </p:txBody>
      </p:sp>
      <p:sp>
        <p:nvSpPr>
          <p:cNvPr id="6" name="Marcador de número de diapositiva 5">
            <a:extLst>
              <a:ext uri="{FF2B5EF4-FFF2-40B4-BE49-F238E27FC236}">
                <a16:creationId xmlns:a16="http://schemas.microsoft.com/office/drawing/2014/main" id="{CBE7A34F-EDEE-444B-8FBE-8A1B74919AE7}"/>
              </a:ext>
            </a:extLst>
          </p:cNvPr>
          <p:cNvSpPr>
            <a:spLocks noGrp="1"/>
          </p:cNvSpPr>
          <p:nvPr>
            <p:ph type="sldNum" sz="quarter" idx="12"/>
          </p:nvPr>
        </p:nvSpPr>
        <p:spPr/>
        <p:txBody>
          <a:bodyPr/>
          <a:lstStyle/>
          <a:p>
            <a:fld id="{76B61BF9-5772-4C6B-AEC8-69E058D41137}" type="slidenum">
              <a:rPr lang="es-GT" smtClean="0"/>
              <a:t>‹Nº›</a:t>
            </a:fld>
            <a:endParaRPr lang="es-GT"/>
          </a:p>
        </p:txBody>
      </p:sp>
    </p:spTree>
    <p:extLst>
      <p:ext uri="{BB962C8B-B14F-4D97-AF65-F5344CB8AC3E}">
        <p14:creationId xmlns:p14="http://schemas.microsoft.com/office/powerpoint/2010/main" val="2101258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446F90-E5CC-4C94-968E-E8B756A4E2BE}"/>
              </a:ext>
            </a:extLst>
          </p:cNvPr>
          <p:cNvSpPr>
            <a:spLocks noGrp="1"/>
          </p:cNvSpPr>
          <p:nvPr>
            <p:ph type="title"/>
          </p:nvPr>
        </p:nvSpPr>
        <p:spPr/>
        <p:txBody>
          <a:bodyPr/>
          <a:lstStyle/>
          <a:p>
            <a:r>
              <a:rPr lang="es-ES"/>
              <a:t>Haga clic para modificar el estilo de título del patrón</a:t>
            </a:r>
            <a:endParaRPr lang="es-GT"/>
          </a:p>
        </p:txBody>
      </p:sp>
      <p:sp>
        <p:nvSpPr>
          <p:cNvPr id="3" name="Marcador de contenido 2">
            <a:extLst>
              <a:ext uri="{FF2B5EF4-FFF2-40B4-BE49-F238E27FC236}">
                <a16:creationId xmlns:a16="http://schemas.microsoft.com/office/drawing/2014/main" id="{58A90362-113B-4B76-A89B-B50F1231C69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4" name="Marcador de fecha 3">
            <a:extLst>
              <a:ext uri="{FF2B5EF4-FFF2-40B4-BE49-F238E27FC236}">
                <a16:creationId xmlns:a16="http://schemas.microsoft.com/office/drawing/2014/main" id="{10FAEE2D-EF80-4A4F-9260-635863AFDA35}"/>
              </a:ext>
            </a:extLst>
          </p:cNvPr>
          <p:cNvSpPr>
            <a:spLocks noGrp="1"/>
          </p:cNvSpPr>
          <p:nvPr>
            <p:ph type="dt" sz="half" idx="10"/>
          </p:nvPr>
        </p:nvSpPr>
        <p:spPr/>
        <p:txBody>
          <a:bodyPr/>
          <a:lstStyle/>
          <a:p>
            <a:fld id="{E7BBE58D-DF9C-49B6-93C6-776F45DD6FB6}" type="datetimeFigureOut">
              <a:rPr lang="es-GT" smtClean="0"/>
              <a:t>31/10/2025</a:t>
            </a:fld>
            <a:endParaRPr lang="es-GT"/>
          </a:p>
        </p:txBody>
      </p:sp>
      <p:sp>
        <p:nvSpPr>
          <p:cNvPr id="5" name="Marcador de pie de página 4">
            <a:extLst>
              <a:ext uri="{FF2B5EF4-FFF2-40B4-BE49-F238E27FC236}">
                <a16:creationId xmlns:a16="http://schemas.microsoft.com/office/drawing/2014/main" id="{ED457209-2D25-44C1-8663-AEAE55584A22}"/>
              </a:ext>
            </a:extLst>
          </p:cNvPr>
          <p:cNvSpPr>
            <a:spLocks noGrp="1"/>
          </p:cNvSpPr>
          <p:nvPr>
            <p:ph type="ftr" sz="quarter" idx="11"/>
          </p:nvPr>
        </p:nvSpPr>
        <p:spPr/>
        <p:txBody>
          <a:bodyPr/>
          <a:lstStyle/>
          <a:p>
            <a:endParaRPr lang="es-GT"/>
          </a:p>
        </p:txBody>
      </p:sp>
      <p:sp>
        <p:nvSpPr>
          <p:cNvPr id="6" name="Marcador de número de diapositiva 5">
            <a:extLst>
              <a:ext uri="{FF2B5EF4-FFF2-40B4-BE49-F238E27FC236}">
                <a16:creationId xmlns:a16="http://schemas.microsoft.com/office/drawing/2014/main" id="{3989E4AF-7FBB-48BD-9906-52137F45C4F7}"/>
              </a:ext>
            </a:extLst>
          </p:cNvPr>
          <p:cNvSpPr>
            <a:spLocks noGrp="1"/>
          </p:cNvSpPr>
          <p:nvPr>
            <p:ph type="sldNum" sz="quarter" idx="12"/>
          </p:nvPr>
        </p:nvSpPr>
        <p:spPr/>
        <p:txBody>
          <a:bodyPr/>
          <a:lstStyle/>
          <a:p>
            <a:fld id="{76B61BF9-5772-4C6B-AEC8-69E058D41137}" type="slidenum">
              <a:rPr lang="es-GT" smtClean="0"/>
              <a:t>‹Nº›</a:t>
            </a:fld>
            <a:endParaRPr lang="es-GT"/>
          </a:p>
        </p:txBody>
      </p:sp>
    </p:spTree>
    <p:extLst>
      <p:ext uri="{BB962C8B-B14F-4D97-AF65-F5344CB8AC3E}">
        <p14:creationId xmlns:p14="http://schemas.microsoft.com/office/powerpoint/2010/main" val="40862042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D79100-8973-4487-955D-71F115BBCE1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GT"/>
          </a:p>
        </p:txBody>
      </p:sp>
      <p:sp>
        <p:nvSpPr>
          <p:cNvPr id="3" name="Marcador de texto 2">
            <a:extLst>
              <a:ext uri="{FF2B5EF4-FFF2-40B4-BE49-F238E27FC236}">
                <a16:creationId xmlns:a16="http://schemas.microsoft.com/office/drawing/2014/main" id="{48922514-4B3D-4FA4-A24F-0683B7A51FA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75086865-57A3-4EEF-B8BA-414A31CB4877}"/>
              </a:ext>
            </a:extLst>
          </p:cNvPr>
          <p:cNvSpPr>
            <a:spLocks noGrp="1"/>
          </p:cNvSpPr>
          <p:nvPr>
            <p:ph type="dt" sz="half" idx="10"/>
          </p:nvPr>
        </p:nvSpPr>
        <p:spPr/>
        <p:txBody>
          <a:bodyPr/>
          <a:lstStyle/>
          <a:p>
            <a:fld id="{E7BBE58D-DF9C-49B6-93C6-776F45DD6FB6}" type="datetimeFigureOut">
              <a:rPr lang="es-GT" smtClean="0"/>
              <a:t>31/10/2025</a:t>
            </a:fld>
            <a:endParaRPr lang="es-GT"/>
          </a:p>
        </p:txBody>
      </p:sp>
      <p:sp>
        <p:nvSpPr>
          <p:cNvPr id="5" name="Marcador de pie de página 4">
            <a:extLst>
              <a:ext uri="{FF2B5EF4-FFF2-40B4-BE49-F238E27FC236}">
                <a16:creationId xmlns:a16="http://schemas.microsoft.com/office/drawing/2014/main" id="{BA284BED-563C-4BFA-A24B-E0CA0C1CB00A}"/>
              </a:ext>
            </a:extLst>
          </p:cNvPr>
          <p:cNvSpPr>
            <a:spLocks noGrp="1"/>
          </p:cNvSpPr>
          <p:nvPr>
            <p:ph type="ftr" sz="quarter" idx="11"/>
          </p:nvPr>
        </p:nvSpPr>
        <p:spPr/>
        <p:txBody>
          <a:bodyPr/>
          <a:lstStyle/>
          <a:p>
            <a:endParaRPr lang="es-GT"/>
          </a:p>
        </p:txBody>
      </p:sp>
      <p:sp>
        <p:nvSpPr>
          <p:cNvPr id="6" name="Marcador de número de diapositiva 5">
            <a:extLst>
              <a:ext uri="{FF2B5EF4-FFF2-40B4-BE49-F238E27FC236}">
                <a16:creationId xmlns:a16="http://schemas.microsoft.com/office/drawing/2014/main" id="{718C46F5-63D0-4BDA-9F03-96628DE1186E}"/>
              </a:ext>
            </a:extLst>
          </p:cNvPr>
          <p:cNvSpPr>
            <a:spLocks noGrp="1"/>
          </p:cNvSpPr>
          <p:nvPr>
            <p:ph type="sldNum" sz="quarter" idx="12"/>
          </p:nvPr>
        </p:nvSpPr>
        <p:spPr/>
        <p:txBody>
          <a:bodyPr/>
          <a:lstStyle/>
          <a:p>
            <a:fld id="{76B61BF9-5772-4C6B-AEC8-69E058D41137}" type="slidenum">
              <a:rPr lang="es-GT" smtClean="0"/>
              <a:t>‹Nº›</a:t>
            </a:fld>
            <a:endParaRPr lang="es-GT"/>
          </a:p>
        </p:txBody>
      </p:sp>
    </p:spTree>
    <p:extLst>
      <p:ext uri="{BB962C8B-B14F-4D97-AF65-F5344CB8AC3E}">
        <p14:creationId xmlns:p14="http://schemas.microsoft.com/office/powerpoint/2010/main" val="2115458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47362C-AB65-4A2F-B8DD-28D4042DC270}"/>
              </a:ext>
            </a:extLst>
          </p:cNvPr>
          <p:cNvSpPr>
            <a:spLocks noGrp="1"/>
          </p:cNvSpPr>
          <p:nvPr>
            <p:ph type="title"/>
          </p:nvPr>
        </p:nvSpPr>
        <p:spPr/>
        <p:txBody>
          <a:bodyPr/>
          <a:lstStyle/>
          <a:p>
            <a:r>
              <a:rPr lang="es-ES"/>
              <a:t>Haga clic para modificar el estilo de título del patrón</a:t>
            </a:r>
            <a:endParaRPr lang="es-GT"/>
          </a:p>
        </p:txBody>
      </p:sp>
      <p:sp>
        <p:nvSpPr>
          <p:cNvPr id="3" name="Marcador de contenido 2">
            <a:extLst>
              <a:ext uri="{FF2B5EF4-FFF2-40B4-BE49-F238E27FC236}">
                <a16:creationId xmlns:a16="http://schemas.microsoft.com/office/drawing/2014/main" id="{1450251B-9D10-49BB-8521-90AFE9E9BF7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4" name="Marcador de contenido 3">
            <a:extLst>
              <a:ext uri="{FF2B5EF4-FFF2-40B4-BE49-F238E27FC236}">
                <a16:creationId xmlns:a16="http://schemas.microsoft.com/office/drawing/2014/main" id="{7CF5D547-761C-4ED3-978C-88360F7851E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5" name="Marcador de fecha 4">
            <a:extLst>
              <a:ext uri="{FF2B5EF4-FFF2-40B4-BE49-F238E27FC236}">
                <a16:creationId xmlns:a16="http://schemas.microsoft.com/office/drawing/2014/main" id="{5461EA65-EB08-473D-8918-14C3E3C2B1A0}"/>
              </a:ext>
            </a:extLst>
          </p:cNvPr>
          <p:cNvSpPr>
            <a:spLocks noGrp="1"/>
          </p:cNvSpPr>
          <p:nvPr>
            <p:ph type="dt" sz="half" idx="10"/>
          </p:nvPr>
        </p:nvSpPr>
        <p:spPr/>
        <p:txBody>
          <a:bodyPr/>
          <a:lstStyle/>
          <a:p>
            <a:fld id="{E7BBE58D-DF9C-49B6-93C6-776F45DD6FB6}" type="datetimeFigureOut">
              <a:rPr lang="es-GT" smtClean="0"/>
              <a:t>31/10/2025</a:t>
            </a:fld>
            <a:endParaRPr lang="es-GT"/>
          </a:p>
        </p:txBody>
      </p:sp>
      <p:sp>
        <p:nvSpPr>
          <p:cNvPr id="6" name="Marcador de pie de página 5">
            <a:extLst>
              <a:ext uri="{FF2B5EF4-FFF2-40B4-BE49-F238E27FC236}">
                <a16:creationId xmlns:a16="http://schemas.microsoft.com/office/drawing/2014/main" id="{3AB86D2B-1B72-4E7E-99F9-8362CF35551C}"/>
              </a:ext>
            </a:extLst>
          </p:cNvPr>
          <p:cNvSpPr>
            <a:spLocks noGrp="1"/>
          </p:cNvSpPr>
          <p:nvPr>
            <p:ph type="ftr" sz="quarter" idx="11"/>
          </p:nvPr>
        </p:nvSpPr>
        <p:spPr/>
        <p:txBody>
          <a:bodyPr/>
          <a:lstStyle/>
          <a:p>
            <a:endParaRPr lang="es-GT"/>
          </a:p>
        </p:txBody>
      </p:sp>
      <p:sp>
        <p:nvSpPr>
          <p:cNvPr id="7" name="Marcador de número de diapositiva 6">
            <a:extLst>
              <a:ext uri="{FF2B5EF4-FFF2-40B4-BE49-F238E27FC236}">
                <a16:creationId xmlns:a16="http://schemas.microsoft.com/office/drawing/2014/main" id="{9AF7459F-4EC6-4940-B7C6-A0F662B4BACA}"/>
              </a:ext>
            </a:extLst>
          </p:cNvPr>
          <p:cNvSpPr>
            <a:spLocks noGrp="1"/>
          </p:cNvSpPr>
          <p:nvPr>
            <p:ph type="sldNum" sz="quarter" idx="12"/>
          </p:nvPr>
        </p:nvSpPr>
        <p:spPr/>
        <p:txBody>
          <a:bodyPr/>
          <a:lstStyle/>
          <a:p>
            <a:fld id="{76B61BF9-5772-4C6B-AEC8-69E058D41137}" type="slidenum">
              <a:rPr lang="es-GT" smtClean="0"/>
              <a:t>‹Nº›</a:t>
            </a:fld>
            <a:endParaRPr lang="es-GT"/>
          </a:p>
        </p:txBody>
      </p:sp>
    </p:spTree>
    <p:extLst>
      <p:ext uri="{BB962C8B-B14F-4D97-AF65-F5344CB8AC3E}">
        <p14:creationId xmlns:p14="http://schemas.microsoft.com/office/powerpoint/2010/main" val="946151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7F537A-8927-442F-B5A2-29786609E363}"/>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GT"/>
          </a:p>
        </p:txBody>
      </p:sp>
      <p:sp>
        <p:nvSpPr>
          <p:cNvPr id="3" name="Marcador de texto 2">
            <a:extLst>
              <a:ext uri="{FF2B5EF4-FFF2-40B4-BE49-F238E27FC236}">
                <a16:creationId xmlns:a16="http://schemas.microsoft.com/office/drawing/2014/main" id="{B950291F-F16F-4F11-96E1-83ED82A3BB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7DDDB05-D6C0-41D9-B936-EAE5337C29C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5" name="Marcador de texto 4">
            <a:extLst>
              <a:ext uri="{FF2B5EF4-FFF2-40B4-BE49-F238E27FC236}">
                <a16:creationId xmlns:a16="http://schemas.microsoft.com/office/drawing/2014/main" id="{688AA352-D46E-4CA5-8BFD-366C162FED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544DA38-C07B-47BC-B512-7F69D49E4B8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7" name="Marcador de fecha 6">
            <a:extLst>
              <a:ext uri="{FF2B5EF4-FFF2-40B4-BE49-F238E27FC236}">
                <a16:creationId xmlns:a16="http://schemas.microsoft.com/office/drawing/2014/main" id="{CC73B4F6-70D6-4898-94BC-574F89B8AF16}"/>
              </a:ext>
            </a:extLst>
          </p:cNvPr>
          <p:cNvSpPr>
            <a:spLocks noGrp="1"/>
          </p:cNvSpPr>
          <p:nvPr>
            <p:ph type="dt" sz="half" idx="10"/>
          </p:nvPr>
        </p:nvSpPr>
        <p:spPr/>
        <p:txBody>
          <a:bodyPr/>
          <a:lstStyle/>
          <a:p>
            <a:fld id="{E7BBE58D-DF9C-49B6-93C6-776F45DD6FB6}" type="datetimeFigureOut">
              <a:rPr lang="es-GT" smtClean="0"/>
              <a:t>31/10/2025</a:t>
            </a:fld>
            <a:endParaRPr lang="es-GT"/>
          </a:p>
        </p:txBody>
      </p:sp>
      <p:sp>
        <p:nvSpPr>
          <p:cNvPr id="8" name="Marcador de pie de página 7">
            <a:extLst>
              <a:ext uri="{FF2B5EF4-FFF2-40B4-BE49-F238E27FC236}">
                <a16:creationId xmlns:a16="http://schemas.microsoft.com/office/drawing/2014/main" id="{D69519E1-1EE6-4E6A-BFB9-61A7CFB20276}"/>
              </a:ext>
            </a:extLst>
          </p:cNvPr>
          <p:cNvSpPr>
            <a:spLocks noGrp="1"/>
          </p:cNvSpPr>
          <p:nvPr>
            <p:ph type="ftr" sz="quarter" idx="11"/>
          </p:nvPr>
        </p:nvSpPr>
        <p:spPr/>
        <p:txBody>
          <a:bodyPr/>
          <a:lstStyle/>
          <a:p>
            <a:endParaRPr lang="es-GT"/>
          </a:p>
        </p:txBody>
      </p:sp>
      <p:sp>
        <p:nvSpPr>
          <p:cNvPr id="9" name="Marcador de número de diapositiva 8">
            <a:extLst>
              <a:ext uri="{FF2B5EF4-FFF2-40B4-BE49-F238E27FC236}">
                <a16:creationId xmlns:a16="http://schemas.microsoft.com/office/drawing/2014/main" id="{8E17F14A-A1C4-4A93-96F6-82D9C257A64C}"/>
              </a:ext>
            </a:extLst>
          </p:cNvPr>
          <p:cNvSpPr>
            <a:spLocks noGrp="1"/>
          </p:cNvSpPr>
          <p:nvPr>
            <p:ph type="sldNum" sz="quarter" idx="12"/>
          </p:nvPr>
        </p:nvSpPr>
        <p:spPr/>
        <p:txBody>
          <a:bodyPr/>
          <a:lstStyle/>
          <a:p>
            <a:fld id="{76B61BF9-5772-4C6B-AEC8-69E058D41137}" type="slidenum">
              <a:rPr lang="es-GT" smtClean="0"/>
              <a:t>‹Nº›</a:t>
            </a:fld>
            <a:endParaRPr lang="es-GT"/>
          </a:p>
        </p:txBody>
      </p:sp>
    </p:spTree>
    <p:extLst>
      <p:ext uri="{BB962C8B-B14F-4D97-AF65-F5344CB8AC3E}">
        <p14:creationId xmlns:p14="http://schemas.microsoft.com/office/powerpoint/2010/main" val="38675812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D46669-93E0-4CB8-8CC4-39E47C4D1C48}"/>
              </a:ext>
            </a:extLst>
          </p:cNvPr>
          <p:cNvSpPr>
            <a:spLocks noGrp="1"/>
          </p:cNvSpPr>
          <p:nvPr>
            <p:ph type="title"/>
          </p:nvPr>
        </p:nvSpPr>
        <p:spPr/>
        <p:txBody>
          <a:bodyPr/>
          <a:lstStyle/>
          <a:p>
            <a:r>
              <a:rPr lang="es-ES"/>
              <a:t>Haga clic para modificar el estilo de título del patrón</a:t>
            </a:r>
            <a:endParaRPr lang="es-GT"/>
          </a:p>
        </p:txBody>
      </p:sp>
      <p:sp>
        <p:nvSpPr>
          <p:cNvPr id="3" name="Marcador de fecha 2">
            <a:extLst>
              <a:ext uri="{FF2B5EF4-FFF2-40B4-BE49-F238E27FC236}">
                <a16:creationId xmlns:a16="http://schemas.microsoft.com/office/drawing/2014/main" id="{9A7DCDF4-57E0-48C8-8AEB-36CC0716DAC4}"/>
              </a:ext>
            </a:extLst>
          </p:cNvPr>
          <p:cNvSpPr>
            <a:spLocks noGrp="1"/>
          </p:cNvSpPr>
          <p:nvPr>
            <p:ph type="dt" sz="half" idx="10"/>
          </p:nvPr>
        </p:nvSpPr>
        <p:spPr/>
        <p:txBody>
          <a:bodyPr/>
          <a:lstStyle/>
          <a:p>
            <a:fld id="{E7BBE58D-DF9C-49B6-93C6-776F45DD6FB6}" type="datetimeFigureOut">
              <a:rPr lang="es-GT" smtClean="0"/>
              <a:t>31/10/2025</a:t>
            </a:fld>
            <a:endParaRPr lang="es-GT"/>
          </a:p>
        </p:txBody>
      </p:sp>
      <p:sp>
        <p:nvSpPr>
          <p:cNvPr id="4" name="Marcador de pie de página 3">
            <a:extLst>
              <a:ext uri="{FF2B5EF4-FFF2-40B4-BE49-F238E27FC236}">
                <a16:creationId xmlns:a16="http://schemas.microsoft.com/office/drawing/2014/main" id="{9C304FCB-9647-4524-86AC-9AA0894219BD}"/>
              </a:ext>
            </a:extLst>
          </p:cNvPr>
          <p:cNvSpPr>
            <a:spLocks noGrp="1"/>
          </p:cNvSpPr>
          <p:nvPr>
            <p:ph type="ftr" sz="quarter" idx="11"/>
          </p:nvPr>
        </p:nvSpPr>
        <p:spPr/>
        <p:txBody>
          <a:bodyPr/>
          <a:lstStyle/>
          <a:p>
            <a:endParaRPr lang="es-GT"/>
          </a:p>
        </p:txBody>
      </p:sp>
      <p:sp>
        <p:nvSpPr>
          <p:cNvPr id="5" name="Marcador de número de diapositiva 4">
            <a:extLst>
              <a:ext uri="{FF2B5EF4-FFF2-40B4-BE49-F238E27FC236}">
                <a16:creationId xmlns:a16="http://schemas.microsoft.com/office/drawing/2014/main" id="{103D1B3D-9B3C-458A-BCE0-66878225DF45}"/>
              </a:ext>
            </a:extLst>
          </p:cNvPr>
          <p:cNvSpPr>
            <a:spLocks noGrp="1"/>
          </p:cNvSpPr>
          <p:nvPr>
            <p:ph type="sldNum" sz="quarter" idx="12"/>
          </p:nvPr>
        </p:nvSpPr>
        <p:spPr/>
        <p:txBody>
          <a:bodyPr/>
          <a:lstStyle/>
          <a:p>
            <a:fld id="{76B61BF9-5772-4C6B-AEC8-69E058D41137}" type="slidenum">
              <a:rPr lang="es-GT" smtClean="0"/>
              <a:t>‹Nº›</a:t>
            </a:fld>
            <a:endParaRPr lang="es-GT"/>
          </a:p>
        </p:txBody>
      </p:sp>
    </p:spTree>
    <p:extLst>
      <p:ext uri="{BB962C8B-B14F-4D97-AF65-F5344CB8AC3E}">
        <p14:creationId xmlns:p14="http://schemas.microsoft.com/office/powerpoint/2010/main" val="135555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6E8BB96-711C-4F71-AF7E-7AE987D90C0D}"/>
              </a:ext>
            </a:extLst>
          </p:cNvPr>
          <p:cNvSpPr>
            <a:spLocks noGrp="1"/>
          </p:cNvSpPr>
          <p:nvPr>
            <p:ph type="dt" sz="half" idx="10"/>
          </p:nvPr>
        </p:nvSpPr>
        <p:spPr/>
        <p:txBody>
          <a:bodyPr/>
          <a:lstStyle/>
          <a:p>
            <a:fld id="{E7BBE58D-DF9C-49B6-93C6-776F45DD6FB6}" type="datetimeFigureOut">
              <a:rPr lang="es-GT" smtClean="0"/>
              <a:t>31/10/2025</a:t>
            </a:fld>
            <a:endParaRPr lang="es-GT"/>
          </a:p>
        </p:txBody>
      </p:sp>
      <p:sp>
        <p:nvSpPr>
          <p:cNvPr id="3" name="Marcador de pie de página 2">
            <a:extLst>
              <a:ext uri="{FF2B5EF4-FFF2-40B4-BE49-F238E27FC236}">
                <a16:creationId xmlns:a16="http://schemas.microsoft.com/office/drawing/2014/main" id="{F7C40AFE-CDF0-4DD9-AE37-0BF7C0EEF823}"/>
              </a:ext>
            </a:extLst>
          </p:cNvPr>
          <p:cNvSpPr>
            <a:spLocks noGrp="1"/>
          </p:cNvSpPr>
          <p:nvPr>
            <p:ph type="ftr" sz="quarter" idx="11"/>
          </p:nvPr>
        </p:nvSpPr>
        <p:spPr/>
        <p:txBody>
          <a:bodyPr/>
          <a:lstStyle/>
          <a:p>
            <a:endParaRPr lang="es-GT"/>
          </a:p>
        </p:txBody>
      </p:sp>
      <p:sp>
        <p:nvSpPr>
          <p:cNvPr id="4" name="Marcador de número de diapositiva 3">
            <a:extLst>
              <a:ext uri="{FF2B5EF4-FFF2-40B4-BE49-F238E27FC236}">
                <a16:creationId xmlns:a16="http://schemas.microsoft.com/office/drawing/2014/main" id="{29F79DB0-A150-4B92-8A40-E3DD4A80E55D}"/>
              </a:ext>
            </a:extLst>
          </p:cNvPr>
          <p:cNvSpPr>
            <a:spLocks noGrp="1"/>
          </p:cNvSpPr>
          <p:nvPr>
            <p:ph type="sldNum" sz="quarter" idx="12"/>
          </p:nvPr>
        </p:nvSpPr>
        <p:spPr/>
        <p:txBody>
          <a:bodyPr/>
          <a:lstStyle/>
          <a:p>
            <a:fld id="{76B61BF9-5772-4C6B-AEC8-69E058D41137}" type="slidenum">
              <a:rPr lang="es-GT" smtClean="0"/>
              <a:t>‹Nº›</a:t>
            </a:fld>
            <a:endParaRPr lang="es-GT"/>
          </a:p>
        </p:txBody>
      </p:sp>
    </p:spTree>
    <p:extLst>
      <p:ext uri="{BB962C8B-B14F-4D97-AF65-F5344CB8AC3E}">
        <p14:creationId xmlns:p14="http://schemas.microsoft.com/office/powerpoint/2010/main" val="3152737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F25C8C-F37E-45FC-9BBC-B0A4C5C38FF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GT"/>
          </a:p>
        </p:txBody>
      </p:sp>
      <p:sp>
        <p:nvSpPr>
          <p:cNvPr id="3" name="Marcador de contenido 2">
            <a:extLst>
              <a:ext uri="{FF2B5EF4-FFF2-40B4-BE49-F238E27FC236}">
                <a16:creationId xmlns:a16="http://schemas.microsoft.com/office/drawing/2014/main" id="{79FF5645-57D6-40C1-A831-17C66D687E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4" name="Marcador de texto 3">
            <a:extLst>
              <a:ext uri="{FF2B5EF4-FFF2-40B4-BE49-F238E27FC236}">
                <a16:creationId xmlns:a16="http://schemas.microsoft.com/office/drawing/2014/main" id="{BDA11A9C-F825-40BD-9D0D-46B6985A2D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ADF20EA-71C8-4D23-8F39-5E35C934E2D9}"/>
              </a:ext>
            </a:extLst>
          </p:cNvPr>
          <p:cNvSpPr>
            <a:spLocks noGrp="1"/>
          </p:cNvSpPr>
          <p:nvPr>
            <p:ph type="dt" sz="half" idx="10"/>
          </p:nvPr>
        </p:nvSpPr>
        <p:spPr/>
        <p:txBody>
          <a:bodyPr/>
          <a:lstStyle/>
          <a:p>
            <a:fld id="{E7BBE58D-DF9C-49B6-93C6-776F45DD6FB6}" type="datetimeFigureOut">
              <a:rPr lang="es-GT" smtClean="0"/>
              <a:t>31/10/2025</a:t>
            </a:fld>
            <a:endParaRPr lang="es-GT"/>
          </a:p>
        </p:txBody>
      </p:sp>
      <p:sp>
        <p:nvSpPr>
          <p:cNvPr id="6" name="Marcador de pie de página 5">
            <a:extLst>
              <a:ext uri="{FF2B5EF4-FFF2-40B4-BE49-F238E27FC236}">
                <a16:creationId xmlns:a16="http://schemas.microsoft.com/office/drawing/2014/main" id="{2E74BF98-1841-47C5-AF59-F31B2F141D1B}"/>
              </a:ext>
            </a:extLst>
          </p:cNvPr>
          <p:cNvSpPr>
            <a:spLocks noGrp="1"/>
          </p:cNvSpPr>
          <p:nvPr>
            <p:ph type="ftr" sz="quarter" idx="11"/>
          </p:nvPr>
        </p:nvSpPr>
        <p:spPr/>
        <p:txBody>
          <a:bodyPr/>
          <a:lstStyle/>
          <a:p>
            <a:endParaRPr lang="es-GT"/>
          </a:p>
        </p:txBody>
      </p:sp>
      <p:sp>
        <p:nvSpPr>
          <p:cNvPr id="7" name="Marcador de número de diapositiva 6">
            <a:extLst>
              <a:ext uri="{FF2B5EF4-FFF2-40B4-BE49-F238E27FC236}">
                <a16:creationId xmlns:a16="http://schemas.microsoft.com/office/drawing/2014/main" id="{08C11281-A1D3-41B1-8518-A390EAA13718}"/>
              </a:ext>
            </a:extLst>
          </p:cNvPr>
          <p:cNvSpPr>
            <a:spLocks noGrp="1"/>
          </p:cNvSpPr>
          <p:nvPr>
            <p:ph type="sldNum" sz="quarter" idx="12"/>
          </p:nvPr>
        </p:nvSpPr>
        <p:spPr/>
        <p:txBody>
          <a:bodyPr/>
          <a:lstStyle/>
          <a:p>
            <a:fld id="{76B61BF9-5772-4C6B-AEC8-69E058D41137}" type="slidenum">
              <a:rPr lang="es-GT" smtClean="0"/>
              <a:t>‹Nº›</a:t>
            </a:fld>
            <a:endParaRPr lang="es-GT"/>
          </a:p>
        </p:txBody>
      </p:sp>
    </p:spTree>
    <p:extLst>
      <p:ext uri="{BB962C8B-B14F-4D97-AF65-F5344CB8AC3E}">
        <p14:creationId xmlns:p14="http://schemas.microsoft.com/office/powerpoint/2010/main" val="3042055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914D38-E651-4745-8D25-69C6C6B4C5F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GT"/>
          </a:p>
        </p:txBody>
      </p:sp>
      <p:sp>
        <p:nvSpPr>
          <p:cNvPr id="3" name="Marcador de posición de imagen 2">
            <a:extLst>
              <a:ext uri="{FF2B5EF4-FFF2-40B4-BE49-F238E27FC236}">
                <a16:creationId xmlns:a16="http://schemas.microsoft.com/office/drawing/2014/main" id="{D56A650A-0F5B-4677-B511-C22B155D0D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GT"/>
          </a:p>
        </p:txBody>
      </p:sp>
      <p:sp>
        <p:nvSpPr>
          <p:cNvPr id="4" name="Marcador de texto 3">
            <a:extLst>
              <a:ext uri="{FF2B5EF4-FFF2-40B4-BE49-F238E27FC236}">
                <a16:creationId xmlns:a16="http://schemas.microsoft.com/office/drawing/2014/main" id="{2F2B1338-5491-4665-9C18-2EFD2DE762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F503B50-0E0C-4D21-8868-700D698F9BC3}"/>
              </a:ext>
            </a:extLst>
          </p:cNvPr>
          <p:cNvSpPr>
            <a:spLocks noGrp="1"/>
          </p:cNvSpPr>
          <p:nvPr>
            <p:ph type="dt" sz="half" idx="10"/>
          </p:nvPr>
        </p:nvSpPr>
        <p:spPr/>
        <p:txBody>
          <a:bodyPr/>
          <a:lstStyle/>
          <a:p>
            <a:fld id="{E7BBE58D-DF9C-49B6-93C6-776F45DD6FB6}" type="datetimeFigureOut">
              <a:rPr lang="es-GT" smtClean="0"/>
              <a:t>31/10/2025</a:t>
            </a:fld>
            <a:endParaRPr lang="es-GT"/>
          </a:p>
        </p:txBody>
      </p:sp>
      <p:sp>
        <p:nvSpPr>
          <p:cNvPr id="6" name="Marcador de pie de página 5">
            <a:extLst>
              <a:ext uri="{FF2B5EF4-FFF2-40B4-BE49-F238E27FC236}">
                <a16:creationId xmlns:a16="http://schemas.microsoft.com/office/drawing/2014/main" id="{2E84A91D-0AA8-4817-98E8-C0D8F70ACA4A}"/>
              </a:ext>
            </a:extLst>
          </p:cNvPr>
          <p:cNvSpPr>
            <a:spLocks noGrp="1"/>
          </p:cNvSpPr>
          <p:nvPr>
            <p:ph type="ftr" sz="quarter" idx="11"/>
          </p:nvPr>
        </p:nvSpPr>
        <p:spPr/>
        <p:txBody>
          <a:bodyPr/>
          <a:lstStyle/>
          <a:p>
            <a:endParaRPr lang="es-GT"/>
          </a:p>
        </p:txBody>
      </p:sp>
      <p:sp>
        <p:nvSpPr>
          <p:cNvPr id="7" name="Marcador de número de diapositiva 6">
            <a:extLst>
              <a:ext uri="{FF2B5EF4-FFF2-40B4-BE49-F238E27FC236}">
                <a16:creationId xmlns:a16="http://schemas.microsoft.com/office/drawing/2014/main" id="{A473909F-3088-4926-91A6-9FD97F05B9DC}"/>
              </a:ext>
            </a:extLst>
          </p:cNvPr>
          <p:cNvSpPr>
            <a:spLocks noGrp="1"/>
          </p:cNvSpPr>
          <p:nvPr>
            <p:ph type="sldNum" sz="quarter" idx="12"/>
          </p:nvPr>
        </p:nvSpPr>
        <p:spPr/>
        <p:txBody>
          <a:bodyPr/>
          <a:lstStyle/>
          <a:p>
            <a:fld id="{76B61BF9-5772-4C6B-AEC8-69E058D41137}" type="slidenum">
              <a:rPr lang="es-GT" smtClean="0"/>
              <a:t>‹Nº›</a:t>
            </a:fld>
            <a:endParaRPr lang="es-GT"/>
          </a:p>
        </p:txBody>
      </p:sp>
    </p:spTree>
    <p:extLst>
      <p:ext uri="{BB962C8B-B14F-4D97-AF65-F5344CB8AC3E}">
        <p14:creationId xmlns:p14="http://schemas.microsoft.com/office/powerpoint/2010/main" val="1388220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52AD43-D41B-44C8-AE9E-8F8A252DB56D}"/>
              </a:ext>
            </a:extLst>
          </p:cNvPr>
          <p:cNvSpPr>
            <a:spLocks noGrp="1"/>
          </p:cNvSpPr>
          <p:nvPr>
            <p:ph type="title"/>
          </p:nvPr>
        </p:nvSpPr>
        <p:spPr/>
        <p:txBody>
          <a:bodyPr/>
          <a:lstStyle/>
          <a:p>
            <a:r>
              <a:rPr lang="es-ES"/>
              <a:t>Haga clic para modificar el estilo de título del patrón</a:t>
            </a:r>
            <a:endParaRPr lang="es-GT"/>
          </a:p>
        </p:txBody>
      </p:sp>
      <p:sp>
        <p:nvSpPr>
          <p:cNvPr id="3" name="Marcador de texto vertical 2">
            <a:extLst>
              <a:ext uri="{FF2B5EF4-FFF2-40B4-BE49-F238E27FC236}">
                <a16:creationId xmlns:a16="http://schemas.microsoft.com/office/drawing/2014/main" id="{21405571-0B67-40C4-9AA8-3B3D8C15D90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4" name="Marcador de fecha 3">
            <a:extLst>
              <a:ext uri="{FF2B5EF4-FFF2-40B4-BE49-F238E27FC236}">
                <a16:creationId xmlns:a16="http://schemas.microsoft.com/office/drawing/2014/main" id="{BAA5D2CB-72FB-4271-AAA4-A4850F4FF06F}"/>
              </a:ext>
            </a:extLst>
          </p:cNvPr>
          <p:cNvSpPr>
            <a:spLocks noGrp="1"/>
          </p:cNvSpPr>
          <p:nvPr>
            <p:ph type="dt" sz="half" idx="10"/>
          </p:nvPr>
        </p:nvSpPr>
        <p:spPr/>
        <p:txBody>
          <a:bodyPr/>
          <a:lstStyle/>
          <a:p>
            <a:fld id="{E7BBE58D-DF9C-49B6-93C6-776F45DD6FB6}" type="datetimeFigureOut">
              <a:rPr lang="es-GT" smtClean="0"/>
              <a:t>31/10/2025</a:t>
            </a:fld>
            <a:endParaRPr lang="es-GT"/>
          </a:p>
        </p:txBody>
      </p:sp>
      <p:sp>
        <p:nvSpPr>
          <p:cNvPr id="5" name="Marcador de pie de página 4">
            <a:extLst>
              <a:ext uri="{FF2B5EF4-FFF2-40B4-BE49-F238E27FC236}">
                <a16:creationId xmlns:a16="http://schemas.microsoft.com/office/drawing/2014/main" id="{9BCE0C4B-9C61-4D72-BB77-126954C82F77}"/>
              </a:ext>
            </a:extLst>
          </p:cNvPr>
          <p:cNvSpPr>
            <a:spLocks noGrp="1"/>
          </p:cNvSpPr>
          <p:nvPr>
            <p:ph type="ftr" sz="quarter" idx="11"/>
          </p:nvPr>
        </p:nvSpPr>
        <p:spPr/>
        <p:txBody>
          <a:bodyPr/>
          <a:lstStyle/>
          <a:p>
            <a:endParaRPr lang="es-GT"/>
          </a:p>
        </p:txBody>
      </p:sp>
      <p:sp>
        <p:nvSpPr>
          <p:cNvPr id="6" name="Marcador de número de diapositiva 5">
            <a:extLst>
              <a:ext uri="{FF2B5EF4-FFF2-40B4-BE49-F238E27FC236}">
                <a16:creationId xmlns:a16="http://schemas.microsoft.com/office/drawing/2014/main" id="{0584B69E-FC2F-4B5C-8D15-6D65302A65BE}"/>
              </a:ext>
            </a:extLst>
          </p:cNvPr>
          <p:cNvSpPr>
            <a:spLocks noGrp="1"/>
          </p:cNvSpPr>
          <p:nvPr>
            <p:ph type="sldNum" sz="quarter" idx="12"/>
          </p:nvPr>
        </p:nvSpPr>
        <p:spPr/>
        <p:txBody>
          <a:bodyPr/>
          <a:lstStyle/>
          <a:p>
            <a:fld id="{76B61BF9-5772-4C6B-AEC8-69E058D41137}" type="slidenum">
              <a:rPr lang="es-GT" smtClean="0"/>
              <a:t>‹Nº›</a:t>
            </a:fld>
            <a:endParaRPr lang="es-GT"/>
          </a:p>
        </p:txBody>
      </p:sp>
    </p:spTree>
    <p:extLst>
      <p:ext uri="{BB962C8B-B14F-4D97-AF65-F5344CB8AC3E}">
        <p14:creationId xmlns:p14="http://schemas.microsoft.com/office/powerpoint/2010/main" val="3019625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0EA3AA0-0133-433E-8B47-795C551936D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GT"/>
          </a:p>
        </p:txBody>
      </p:sp>
      <p:sp>
        <p:nvSpPr>
          <p:cNvPr id="3" name="Marcador de texto vertical 2">
            <a:extLst>
              <a:ext uri="{FF2B5EF4-FFF2-40B4-BE49-F238E27FC236}">
                <a16:creationId xmlns:a16="http://schemas.microsoft.com/office/drawing/2014/main" id="{AE94C5FE-5021-4877-9F3B-A8CC86BA94E2}"/>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4" name="Marcador de fecha 3">
            <a:extLst>
              <a:ext uri="{FF2B5EF4-FFF2-40B4-BE49-F238E27FC236}">
                <a16:creationId xmlns:a16="http://schemas.microsoft.com/office/drawing/2014/main" id="{E936C541-7498-48DA-A0FE-AD8C61A2A97C}"/>
              </a:ext>
            </a:extLst>
          </p:cNvPr>
          <p:cNvSpPr>
            <a:spLocks noGrp="1"/>
          </p:cNvSpPr>
          <p:nvPr>
            <p:ph type="dt" sz="half" idx="10"/>
          </p:nvPr>
        </p:nvSpPr>
        <p:spPr/>
        <p:txBody>
          <a:bodyPr/>
          <a:lstStyle/>
          <a:p>
            <a:fld id="{E7BBE58D-DF9C-49B6-93C6-776F45DD6FB6}" type="datetimeFigureOut">
              <a:rPr lang="es-GT" smtClean="0"/>
              <a:t>31/10/2025</a:t>
            </a:fld>
            <a:endParaRPr lang="es-GT"/>
          </a:p>
        </p:txBody>
      </p:sp>
      <p:sp>
        <p:nvSpPr>
          <p:cNvPr id="5" name="Marcador de pie de página 4">
            <a:extLst>
              <a:ext uri="{FF2B5EF4-FFF2-40B4-BE49-F238E27FC236}">
                <a16:creationId xmlns:a16="http://schemas.microsoft.com/office/drawing/2014/main" id="{C5142943-1B6E-4426-9006-7AB3A4F74630}"/>
              </a:ext>
            </a:extLst>
          </p:cNvPr>
          <p:cNvSpPr>
            <a:spLocks noGrp="1"/>
          </p:cNvSpPr>
          <p:nvPr>
            <p:ph type="ftr" sz="quarter" idx="11"/>
          </p:nvPr>
        </p:nvSpPr>
        <p:spPr/>
        <p:txBody>
          <a:bodyPr/>
          <a:lstStyle/>
          <a:p>
            <a:endParaRPr lang="es-GT"/>
          </a:p>
        </p:txBody>
      </p:sp>
      <p:sp>
        <p:nvSpPr>
          <p:cNvPr id="6" name="Marcador de número de diapositiva 5">
            <a:extLst>
              <a:ext uri="{FF2B5EF4-FFF2-40B4-BE49-F238E27FC236}">
                <a16:creationId xmlns:a16="http://schemas.microsoft.com/office/drawing/2014/main" id="{1D3500C3-5331-4C4C-8723-E5E9D2DCE67F}"/>
              </a:ext>
            </a:extLst>
          </p:cNvPr>
          <p:cNvSpPr>
            <a:spLocks noGrp="1"/>
          </p:cNvSpPr>
          <p:nvPr>
            <p:ph type="sldNum" sz="quarter" idx="12"/>
          </p:nvPr>
        </p:nvSpPr>
        <p:spPr/>
        <p:txBody>
          <a:bodyPr/>
          <a:lstStyle/>
          <a:p>
            <a:fld id="{76B61BF9-5772-4C6B-AEC8-69E058D41137}" type="slidenum">
              <a:rPr lang="es-GT" smtClean="0"/>
              <a:t>‹Nº›</a:t>
            </a:fld>
            <a:endParaRPr lang="es-GT"/>
          </a:p>
        </p:txBody>
      </p:sp>
    </p:spTree>
    <p:extLst>
      <p:ext uri="{BB962C8B-B14F-4D97-AF65-F5344CB8AC3E}">
        <p14:creationId xmlns:p14="http://schemas.microsoft.com/office/powerpoint/2010/main" val="484563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EFE1E90-F8F5-4AC0-96A3-2DE6008718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GT"/>
          </a:p>
        </p:txBody>
      </p:sp>
      <p:sp>
        <p:nvSpPr>
          <p:cNvPr id="3" name="Marcador de texto 2">
            <a:extLst>
              <a:ext uri="{FF2B5EF4-FFF2-40B4-BE49-F238E27FC236}">
                <a16:creationId xmlns:a16="http://schemas.microsoft.com/office/drawing/2014/main" id="{73E314CC-23A7-47E7-9D0E-48142A36C2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4" name="Marcador de fecha 3">
            <a:extLst>
              <a:ext uri="{FF2B5EF4-FFF2-40B4-BE49-F238E27FC236}">
                <a16:creationId xmlns:a16="http://schemas.microsoft.com/office/drawing/2014/main" id="{D76F50F4-0AE1-4F28-B7B0-FBCD822BA9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BBE58D-DF9C-49B6-93C6-776F45DD6FB6}" type="datetimeFigureOut">
              <a:rPr lang="es-GT" smtClean="0"/>
              <a:t>31/10/2025</a:t>
            </a:fld>
            <a:endParaRPr lang="es-GT"/>
          </a:p>
        </p:txBody>
      </p:sp>
      <p:sp>
        <p:nvSpPr>
          <p:cNvPr id="5" name="Marcador de pie de página 4">
            <a:extLst>
              <a:ext uri="{FF2B5EF4-FFF2-40B4-BE49-F238E27FC236}">
                <a16:creationId xmlns:a16="http://schemas.microsoft.com/office/drawing/2014/main" id="{D5C8C307-F538-44BB-BAF5-039431567F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GT"/>
          </a:p>
        </p:txBody>
      </p:sp>
      <p:sp>
        <p:nvSpPr>
          <p:cNvPr id="6" name="Marcador de número de diapositiva 5">
            <a:extLst>
              <a:ext uri="{FF2B5EF4-FFF2-40B4-BE49-F238E27FC236}">
                <a16:creationId xmlns:a16="http://schemas.microsoft.com/office/drawing/2014/main" id="{64DAEF88-EE98-426A-9536-0B2626FF73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B61BF9-5772-4C6B-AEC8-69E058D41137}" type="slidenum">
              <a:rPr lang="es-GT" smtClean="0"/>
              <a:t>‹Nº›</a:t>
            </a:fld>
            <a:endParaRPr lang="es-GT"/>
          </a:p>
        </p:txBody>
      </p:sp>
    </p:spTree>
    <p:extLst>
      <p:ext uri="{BB962C8B-B14F-4D97-AF65-F5344CB8AC3E}">
        <p14:creationId xmlns:p14="http://schemas.microsoft.com/office/powerpoint/2010/main" val="8810344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G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F0AAD-ECC2-32BE-DECD-0D9604DA319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1900F02-ABC8-21BB-307E-1566DCF51A94}"/>
              </a:ext>
            </a:extLst>
          </p:cNvPr>
          <p:cNvSpPr>
            <a:spLocks noGrp="1"/>
          </p:cNvSpPr>
          <p:nvPr>
            <p:ph type="ctrTitle"/>
          </p:nvPr>
        </p:nvSpPr>
        <p:spPr/>
        <p:txBody>
          <a:bodyPr/>
          <a:lstStyle/>
          <a:p>
            <a:r>
              <a:rPr lang="es-ES" dirty="0"/>
              <a:t>T</a:t>
            </a:r>
            <a:endParaRPr lang="es-GT" dirty="0"/>
          </a:p>
        </p:txBody>
      </p:sp>
      <p:sp>
        <p:nvSpPr>
          <p:cNvPr id="3" name="Subtítulo 2">
            <a:extLst>
              <a:ext uri="{FF2B5EF4-FFF2-40B4-BE49-F238E27FC236}">
                <a16:creationId xmlns:a16="http://schemas.microsoft.com/office/drawing/2014/main" id="{BEE58B2C-E433-81DA-70CB-142F66D78F98}"/>
              </a:ext>
            </a:extLst>
          </p:cNvPr>
          <p:cNvSpPr>
            <a:spLocks noGrp="1"/>
          </p:cNvSpPr>
          <p:nvPr>
            <p:ph type="subTitle" idx="1"/>
          </p:nvPr>
        </p:nvSpPr>
        <p:spPr/>
        <p:txBody>
          <a:bodyPr/>
          <a:lstStyle/>
          <a:p>
            <a:endParaRPr lang="es-GT"/>
          </a:p>
        </p:txBody>
      </p:sp>
      <p:pic>
        <p:nvPicPr>
          <p:cNvPr id="6" name="Imagen 5">
            <a:extLst>
              <a:ext uri="{FF2B5EF4-FFF2-40B4-BE49-F238E27FC236}">
                <a16:creationId xmlns:a16="http://schemas.microsoft.com/office/drawing/2014/main" id="{4B669E8B-6D95-C7F1-3F5A-CFA3D8C0D3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8D9E3BE8-5C07-C585-EA90-C2BBA38C9D99}"/>
              </a:ext>
            </a:extLst>
          </p:cNvPr>
          <p:cNvSpPr txBox="1"/>
          <p:nvPr/>
        </p:nvSpPr>
        <p:spPr>
          <a:xfrm>
            <a:off x="165181" y="207239"/>
            <a:ext cx="9899117" cy="523220"/>
          </a:xfrm>
          <a:prstGeom prst="rect">
            <a:avLst/>
          </a:prstGeom>
          <a:noFill/>
        </p:spPr>
        <p:txBody>
          <a:bodyPr wrap="square" rtlCol="0">
            <a:spAutoFit/>
          </a:bodyPr>
          <a:lstStyle/>
          <a:p>
            <a:r>
              <a:rPr lang="es-ES" sz="2800" b="1" dirty="0">
                <a:latin typeface="Libre Franklin" pitchFamily="2" charset="0"/>
              </a:rPr>
              <a:t>Trayectoria coeficientes de sacrificio</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98A7597A-60A0-AD08-21CB-F17E93085EDA}"/>
              </a:ext>
            </a:extLst>
          </p:cNvPr>
          <p:cNvCxnSpPr>
            <a:cxnSpLocks/>
          </p:cNvCxnSpPr>
          <p:nvPr/>
        </p:nvCxnSpPr>
        <p:spPr>
          <a:xfrm>
            <a:off x="201081" y="685386"/>
            <a:ext cx="6444000"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pic>
        <p:nvPicPr>
          <p:cNvPr id="18" name="Imagen 17">
            <a:extLst>
              <a:ext uri="{FF2B5EF4-FFF2-40B4-BE49-F238E27FC236}">
                <a16:creationId xmlns:a16="http://schemas.microsoft.com/office/drawing/2014/main" id="{592BDE90-C027-44DC-80D4-4E0595E74C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081" y="954856"/>
            <a:ext cx="3840000" cy="2880000"/>
          </a:xfrm>
          <a:prstGeom prst="rect">
            <a:avLst/>
          </a:prstGeom>
        </p:spPr>
      </p:pic>
      <p:pic>
        <p:nvPicPr>
          <p:cNvPr id="20" name="Imagen 19">
            <a:extLst>
              <a:ext uri="{FF2B5EF4-FFF2-40B4-BE49-F238E27FC236}">
                <a16:creationId xmlns:a16="http://schemas.microsoft.com/office/drawing/2014/main" id="{AF603D81-828B-4798-9B87-8AB0FB8AF4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37132" y="954856"/>
            <a:ext cx="3840000" cy="2880000"/>
          </a:xfrm>
          <a:prstGeom prst="rect">
            <a:avLst/>
          </a:prstGeom>
        </p:spPr>
      </p:pic>
      <p:pic>
        <p:nvPicPr>
          <p:cNvPr id="22" name="Imagen 21">
            <a:extLst>
              <a:ext uri="{FF2B5EF4-FFF2-40B4-BE49-F238E27FC236}">
                <a16:creationId xmlns:a16="http://schemas.microsoft.com/office/drawing/2014/main" id="{0FB1459E-B4B8-41AA-91E0-6263F80B679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73183" y="960840"/>
            <a:ext cx="3840000" cy="2880000"/>
          </a:xfrm>
          <a:prstGeom prst="rect">
            <a:avLst/>
          </a:prstGeom>
        </p:spPr>
      </p:pic>
      <p:sp>
        <p:nvSpPr>
          <p:cNvPr id="23" name="CuadroTexto 22">
            <a:extLst>
              <a:ext uri="{FF2B5EF4-FFF2-40B4-BE49-F238E27FC236}">
                <a16:creationId xmlns:a16="http://schemas.microsoft.com/office/drawing/2014/main" id="{6E9B8B85-89E6-49D1-B5A1-6AC4F0EA953E}"/>
              </a:ext>
            </a:extLst>
          </p:cNvPr>
          <p:cNvSpPr txBox="1"/>
          <p:nvPr/>
        </p:nvSpPr>
        <p:spPr>
          <a:xfrm>
            <a:off x="338847" y="3926931"/>
            <a:ext cx="11236570" cy="1569660"/>
          </a:xfrm>
          <a:prstGeom prst="rect">
            <a:avLst/>
          </a:prstGeom>
          <a:noFill/>
        </p:spPr>
        <p:txBody>
          <a:bodyPr wrap="square" rtlCol="0">
            <a:spAutoFit/>
          </a:bodyPr>
          <a:lstStyle/>
          <a:p>
            <a:pPr algn="just"/>
            <a:r>
              <a:rPr lang="es-ES" sz="1600" dirty="0">
                <a:latin typeface="Libre Franklin" pitchFamily="2" charset="0"/>
              </a:rPr>
              <a:t>Todas las trayectorias muestran un coeficiente de sacrificio negativo en el primer año. Se debe a la forma del cálculo del coeficiente de sacrificio. Al ser la respuesta acumula del producto este acumula el efecto del incremento del gap durante los primeros dos trimestres y la caída del tercer al cuarto trimestre no son suficientemente fuertes.</a:t>
            </a:r>
          </a:p>
          <a:p>
            <a:pPr algn="just"/>
            <a:endParaRPr lang="es-ES" sz="1600" dirty="0">
              <a:latin typeface="Libre Franklin" pitchFamily="2" charset="0"/>
            </a:endParaRPr>
          </a:p>
          <a:p>
            <a:pPr algn="just"/>
            <a:r>
              <a:rPr lang="es-ES" sz="1600" dirty="0">
                <a:latin typeface="Libre Franklin" pitchFamily="2" charset="0"/>
              </a:rPr>
              <a:t>Una perspectiva diferente sería observar la variación de un año a otro. En este caso se puede observar que del primer al segundo es cuando sucede el mayor crecimiento del coeficiente de sacrificio. </a:t>
            </a:r>
            <a:endParaRPr lang="es-GT" sz="1600" dirty="0">
              <a:latin typeface="Libre Franklin" pitchFamily="2" charset="0"/>
            </a:endParaRPr>
          </a:p>
        </p:txBody>
      </p:sp>
    </p:spTree>
    <p:extLst>
      <p:ext uri="{BB962C8B-B14F-4D97-AF65-F5344CB8AC3E}">
        <p14:creationId xmlns:p14="http://schemas.microsoft.com/office/powerpoint/2010/main" val="2440913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F0AAD-ECC2-32BE-DECD-0D9604DA319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1900F02-ABC8-21BB-307E-1566DCF51A94}"/>
              </a:ext>
            </a:extLst>
          </p:cNvPr>
          <p:cNvSpPr>
            <a:spLocks noGrp="1"/>
          </p:cNvSpPr>
          <p:nvPr>
            <p:ph type="ctrTitle"/>
          </p:nvPr>
        </p:nvSpPr>
        <p:spPr>
          <a:xfrm>
            <a:off x="1858109" y="1122363"/>
            <a:ext cx="9144000" cy="2387600"/>
          </a:xfrm>
        </p:spPr>
        <p:txBody>
          <a:bodyPr/>
          <a:lstStyle/>
          <a:p>
            <a:endParaRPr lang="es-GT"/>
          </a:p>
        </p:txBody>
      </p:sp>
      <p:sp>
        <p:nvSpPr>
          <p:cNvPr id="3" name="Subtítulo 2">
            <a:extLst>
              <a:ext uri="{FF2B5EF4-FFF2-40B4-BE49-F238E27FC236}">
                <a16:creationId xmlns:a16="http://schemas.microsoft.com/office/drawing/2014/main" id="{BEE58B2C-E433-81DA-70CB-142F66D78F98}"/>
              </a:ext>
            </a:extLst>
          </p:cNvPr>
          <p:cNvSpPr>
            <a:spLocks noGrp="1"/>
          </p:cNvSpPr>
          <p:nvPr>
            <p:ph type="subTitle" idx="1"/>
          </p:nvPr>
        </p:nvSpPr>
        <p:spPr/>
        <p:txBody>
          <a:bodyPr/>
          <a:lstStyle/>
          <a:p>
            <a:endParaRPr lang="es-GT"/>
          </a:p>
        </p:txBody>
      </p:sp>
      <p:pic>
        <p:nvPicPr>
          <p:cNvPr id="6" name="Imagen 5">
            <a:extLst>
              <a:ext uri="{FF2B5EF4-FFF2-40B4-BE49-F238E27FC236}">
                <a16:creationId xmlns:a16="http://schemas.microsoft.com/office/drawing/2014/main" id="{4B669E8B-6D95-C7F1-3F5A-CFA3D8C0D3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8D9E3BE8-5C07-C585-EA90-C2BBA38C9D99}"/>
              </a:ext>
            </a:extLst>
          </p:cNvPr>
          <p:cNvSpPr txBox="1"/>
          <p:nvPr/>
        </p:nvSpPr>
        <p:spPr>
          <a:xfrm>
            <a:off x="165181" y="207239"/>
            <a:ext cx="9899117" cy="523220"/>
          </a:xfrm>
          <a:prstGeom prst="rect">
            <a:avLst/>
          </a:prstGeom>
          <a:noFill/>
        </p:spPr>
        <p:txBody>
          <a:bodyPr wrap="square" rtlCol="0">
            <a:spAutoFit/>
          </a:bodyPr>
          <a:lstStyle/>
          <a:p>
            <a:r>
              <a:rPr lang="es-ES" sz="2800" b="1" dirty="0">
                <a:latin typeface="Libre Franklin" pitchFamily="2" charset="0"/>
              </a:rPr>
              <a:t>Funciones impulso respuesta</a:t>
            </a:r>
            <a:endParaRPr lang="es-GT" b="1" dirty="0">
              <a:latin typeface="Libre Franklin" pitchFamily="2" charset="0"/>
            </a:endParaRPr>
          </a:p>
        </p:txBody>
      </p:sp>
      <p:cxnSp>
        <p:nvCxnSpPr>
          <p:cNvPr id="8" name="Conector recto 7">
            <a:extLst>
              <a:ext uri="{FF2B5EF4-FFF2-40B4-BE49-F238E27FC236}">
                <a16:creationId xmlns:a16="http://schemas.microsoft.com/office/drawing/2014/main" id="{98A7597A-60A0-AD08-21CB-F17E93085EDA}"/>
              </a:ext>
            </a:extLst>
          </p:cNvPr>
          <p:cNvCxnSpPr>
            <a:cxnSpLocks/>
          </p:cNvCxnSpPr>
          <p:nvPr/>
        </p:nvCxnSpPr>
        <p:spPr>
          <a:xfrm>
            <a:off x="201081" y="685386"/>
            <a:ext cx="5184000" cy="0"/>
          </a:xfrm>
          <a:prstGeom prst="line">
            <a:avLst/>
          </a:prstGeom>
          <a:ln w="38100">
            <a:solidFill>
              <a:srgbClr val="FF7F00"/>
            </a:solidFill>
          </a:ln>
        </p:spPr>
        <p:style>
          <a:lnRef idx="1">
            <a:schemeClr val="accent1"/>
          </a:lnRef>
          <a:fillRef idx="0">
            <a:schemeClr val="accent1"/>
          </a:fillRef>
          <a:effectRef idx="0">
            <a:schemeClr val="accent1"/>
          </a:effectRef>
          <a:fontRef idx="minor">
            <a:schemeClr val="tx1"/>
          </a:fontRef>
        </p:style>
      </p:cxnSp>
      <p:grpSp>
        <p:nvGrpSpPr>
          <p:cNvPr id="16" name="Grupo 15">
            <a:extLst>
              <a:ext uri="{FF2B5EF4-FFF2-40B4-BE49-F238E27FC236}">
                <a16:creationId xmlns:a16="http://schemas.microsoft.com/office/drawing/2014/main" id="{F44D546B-E52F-4168-BFA1-52BFA54F9F72}"/>
              </a:ext>
            </a:extLst>
          </p:cNvPr>
          <p:cNvGrpSpPr/>
          <p:nvPr/>
        </p:nvGrpSpPr>
        <p:grpSpPr>
          <a:xfrm>
            <a:off x="605529" y="866864"/>
            <a:ext cx="10778833" cy="3248578"/>
            <a:chOff x="605529" y="866864"/>
            <a:chExt cx="10778833" cy="3248578"/>
          </a:xfrm>
        </p:grpSpPr>
        <p:pic>
          <p:nvPicPr>
            <p:cNvPr id="5" name="Imagen 4">
              <a:extLst>
                <a:ext uri="{FF2B5EF4-FFF2-40B4-BE49-F238E27FC236}">
                  <a16:creationId xmlns:a16="http://schemas.microsoft.com/office/drawing/2014/main" id="{90325DBA-8D65-481D-9147-36F61B1D9E0C}"/>
                </a:ext>
              </a:extLst>
            </p:cNvPr>
            <p:cNvPicPr>
              <a:picLocks noChangeAspect="1"/>
            </p:cNvPicPr>
            <p:nvPr/>
          </p:nvPicPr>
          <p:blipFill rotWithShape="1">
            <a:blip r:embed="rId3">
              <a:extLst>
                <a:ext uri="{28A0092B-C50C-407E-A947-70E740481C1C}">
                  <a14:useLocalDpi xmlns:a14="http://schemas.microsoft.com/office/drawing/2010/main" val="0"/>
                </a:ext>
              </a:extLst>
            </a:blip>
            <a:srcRect l="6082" r="5651"/>
            <a:stretch/>
          </p:blipFill>
          <p:spPr>
            <a:xfrm>
              <a:off x="605529" y="1235442"/>
              <a:ext cx="3389465" cy="2880000"/>
            </a:xfrm>
            <a:prstGeom prst="rect">
              <a:avLst/>
            </a:prstGeom>
          </p:spPr>
        </p:pic>
        <p:sp>
          <p:nvSpPr>
            <p:cNvPr id="13" name="CuadroTexto 12">
              <a:extLst>
                <a:ext uri="{FF2B5EF4-FFF2-40B4-BE49-F238E27FC236}">
                  <a16:creationId xmlns:a16="http://schemas.microsoft.com/office/drawing/2014/main" id="{FCAAD846-90CD-41FA-9E0D-D38B592231FA}"/>
                </a:ext>
              </a:extLst>
            </p:cNvPr>
            <p:cNvSpPr txBox="1"/>
            <p:nvPr/>
          </p:nvSpPr>
          <p:spPr>
            <a:xfrm>
              <a:off x="1865702" y="866864"/>
              <a:ext cx="1891488" cy="307777"/>
            </a:xfrm>
            <a:prstGeom prst="rect">
              <a:avLst/>
            </a:prstGeom>
            <a:noFill/>
          </p:spPr>
          <p:txBody>
            <a:bodyPr wrap="square" rtlCol="0">
              <a:spAutoFit/>
            </a:bodyPr>
            <a:lstStyle/>
            <a:p>
              <a:pPr algn="ctr"/>
              <a:r>
                <a:rPr lang="es-ES" sz="1400" b="1" dirty="0">
                  <a:latin typeface="Libre Franklin" pitchFamily="2" charset="0"/>
                </a:rPr>
                <a:t>Inflación total</a:t>
              </a:r>
              <a:endParaRPr lang="es-GT" sz="1400" b="1" dirty="0">
                <a:latin typeface="Libre Franklin" pitchFamily="2" charset="0"/>
              </a:endParaRPr>
            </a:p>
          </p:txBody>
        </p:sp>
        <p:sp>
          <p:nvSpPr>
            <p:cNvPr id="14" name="CuadroTexto 13">
              <a:extLst>
                <a:ext uri="{FF2B5EF4-FFF2-40B4-BE49-F238E27FC236}">
                  <a16:creationId xmlns:a16="http://schemas.microsoft.com/office/drawing/2014/main" id="{B219F2DC-D895-4FA4-B072-445AF11A5424}"/>
                </a:ext>
              </a:extLst>
            </p:cNvPr>
            <p:cNvSpPr txBox="1"/>
            <p:nvPr/>
          </p:nvSpPr>
          <p:spPr>
            <a:xfrm>
              <a:off x="5009770" y="922437"/>
              <a:ext cx="1891488" cy="307777"/>
            </a:xfrm>
            <a:prstGeom prst="rect">
              <a:avLst/>
            </a:prstGeom>
            <a:noFill/>
          </p:spPr>
          <p:txBody>
            <a:bodyPr wrap="square" rtlCol="0">
              <a:spAutoFit/>
            </a:bodyPr>
            <a:lstStyle/>
            <a:p>
              <a:pPr algn="ctr"/>
              <a:r>
                <a:rPr lang="es-ES" sz="1400" b="1" dirty="0">
                  <a:latin typeface="Libre Franklin" pitchFamily="2" charset="0"/>
                </a:rPr>
                <a:t>Media ponderada</a:t>
              </a:r>
              <a:endParaRPr lang="es-GT" sz="1400" b="1" dirty="0">
                <a:latin typeface="Libre Franklin" pitchFamily="2" charset="0"/>
              </a:endParaRPr>
            </a:p>
          </p:txBody>
        </p:sp>
        <p:sp>
          <p:nvSpPr>
            <p:cNvPr id="15" name="CuadroTexto 14">
              <a:extLst>
                <a:ext uri="{FF2B5EF4-FFF2-40B4-BE49-F238E27FC236}">
                  <a16:creationId xmlns:a16="http://schemas.microsoft.com/office/drawing/2014/main" id="{F805F746-5B68-4490-BC27-58C3E12E07A0}"/>
                </a:ext>
              </a:extLst>
            </p:cNvPr>
            <p:cNvSpPr txBox="1"/>
            <p:nvPr/>
          </p:nvSpPr>
          <p:spPr>
            <a:xfrm>
              <a:off x="8534757" y="881517"/>
              <a:ext cx="2513104" cy="307777"/>
            </a:xfrm>
            <a:prstGeom prst="rect">
              <a:avLst/>
            </a:prstGeom>
            <a:noFill/>
          </p:spPr>
          <p:txBody>
            <a:bodyPr wrap="square" rtlCol="0">
              <a:spAutoFit/>
            </a:bodyPr>
            <a:lstStyle/>
            <a:p>
              <a:pPr algn="ctr"/>
              <a:r>
                <a:rPr lang="es-ES" sz="1400" b="1" dirty="0">
                  <a:latin typeface="Libre Franklin" pitchFamily="2" charset="0"/>
                </a:rPr>
                <a:t>Subyacente óptima MSE</a:t>
              </a:r>
              <a:endParaRPr lang="es-GT" sz="1400" b="1" dirty="0">
                <a:latin typeface="Libre Franklin" pitchFamily="2" charset="0"/>
              </a:endParaRPr>
            </a:p>
          </p:txBody>
        </p:sp>
        <p:pic>
          <p:nvPicPr>
            <p:cNvPr id="10" name="Imagen 9">
              <a:extLst>
                <a:ext uri="{FF2B5EF4-FFF2-40B4-BE49-F238E27FC236}">
                  <a16:creationId xmlns:a16="http://schemas.microsoft.com/office/drawing/2014/main" id="{1D470499-2B59-41D4-A5CB-905FE1D0922F}"/>
                </a:ext>
              </a:extLst>
            </p:cNvPr>
            <p:cNvPicPr>
              <a:picLocks noChangeAspect="1"/>
            </p:cNvPicPr>
            <p:nvPr/>
          </p:nvPicPr>
          <p:blipFill rotWithShape="1">
            <a:blip r:embed="rId4">
              <a:extLst>
                <a:ext uri="{28A0092B-C50C-407E-A947-70E740481C1C}">
                  <a14:useLocalDpi xmlns:a14="http://schemas.microsoft.com/office/drawing/2010/main" val="0"/>
                </a:ext>
              </a:extLst>
            </a:blip>
            <a:srcRect l="6347" r="5154"/>
            <a:stretch/>
          </p:blipFill>
          <p:spPr>
            <a:xfrm>
              <a:off x="4280119" y="1235442"/>
              <a:ext cx="3398375" cy="2880000"/>
            </a:xfrm>
            <a:prstGeom prst="rect">
              <a:avLst/>
            </a:prstGeom>
          </p:spPr>
        </p:pic>
        <p:pic>
          <p:nvPicPr>
            <p:cNvPr id="12" name="Imagen 11">
              <a:extLst>
                <a:ext uri="{FF2B5EF4-FFF2-40B4-BE49-F238E27FC236}">
                  <a16:creationId xmlns:a16="http://schemas.microsoft.com/office/drawing/2014/main" id="{9C106736-31F4-4294-9EE8-EEAB6B9B639A}"/>
                </a:ext>
              </a:extLst>
            </p:cNvPr>
            <p:cNvPicPr>
              <a:picLocks noChangeAspect="1"/>
            </p:cNvPicPr>
            <p:nvPr/>
          </p:nvPicPr>
          <p:blipFill rotWithShape="1">
            <a:blip r:embed="rId5">
              <a:extLst>
                <a:ext uri="{28A0092B-C50C-407E-A947-70E740481C1C}">
                  <a14:useLocalDpi xmlns:a14="http://schemas.microsoft.com/office/drawing/2010/main" val="0"/>
                </a:ext>
              </a:extLst>
            </a:blip>
            <a:srcRect l="6347" r="6771"/>
            <a:stretch/>
          </p:blipFill>
          <p:spPr>
            <a:xfrm>
              <a:off x="8048017" y="1230214"/>
              <a:ext cx="3336345" cy="2880000"/>
            </a:xfrm>
            <a:prstGeom prst="rect">
              <a:avLst/>
            </a:prstGeom>
          </p:spPr>
        </p:pic>
      </p:grpSp>
      <p:sp>
        <p:nvSpPr>
          <p:cNvPr id="21" name="CuadroTexto 20">
            <a:extLst>
              <a:ext uri="{FF2B5EF4-FFF2-40B4-BE49-F238E27FC236}">
                <a16:creationId xmlns:a16="http://schemas.microsoft.com/office/drawing/2014/main" id="{FCFF0BF3-6C0C-48D8-9001-CCCE221F0CE8}"/>
              </a:ext>
            </a:extLst>
          </p:cNvPr>
          <p:cNvSpPr txBox="1"/>
          <p:nvPr/>
        </p:nvSpPr>
        <p:spPr>
          <a:xfrm>
            <a:off x="337229" y="4447789"/>
            <a:ext cx="11236570" cy="584775"/>
          </a:xfrm>
          <a:prstGeom prst="rect">
            <a:avLst/>
          </a:prstGeom>
          <a:noFill/>
        </p:spPr>
        <p:txBody>
          <a:bodyPr wrap="square" rtlCol="0">
            <a:spAutoFit/>
          </a:bodyPr>
          <a:lstStyle/>
          <a:p>
            <a:pPr algn="just"/>
            <a:r>
              <a:rPr lang="es-ES" sz="1600" dirty="0">
                <a:latin typeface="Libre Franklin" pitchFamily="2" charset="0"/>
              </a:rPr>
              <a:t>Tal como se aprecia, en cada modelo la respuesta del gap durante los primeros dos trimestres es positiva. Si se acumula el efecto en el producto tiene un coeficiente de sacrificio negativo durante el primer año.</a:t>
            </a:r>
            <a:endParaRPr lang="es-GT" sz="1600" dirty="0">
              <a:latin typeface="Libre Franklin" pitchFamily="2" charset="0"/>
            </a:endParaRPr>
          </a:p>
        </p:txBody>
      </p:sp>
    </p:spTree>
    <p:extLst>
      <p:ext uri="{BB962C8B-B14F-4D97-AF65-F5344CB8AC3E}">
        <p14:creationId xmlns:p14="http://schemas.microsoft.com/office/powerpoint/2010/main" val="261676350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5276</TotalTime>
  <Words>148</Words>
  <Application>Microsoft Office PowerPoint</Application>
  <PresentationFormat>Panorámica</PresentationFormat>
  <Paragraphs>10</Paragraphs>
  <Slides>2</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vt:i4>
      </vt:variant>
    </vt:vector>
  </HeadingPairs>
  <TitlesOfParts>
    <vt:vector size="7" baseType="lpstr">
      <vt:lpstr>Arial</vt:lpstr>
      <vt:lpstr>Calibri</vt:lpstr>
      <vt:lpstr>Calibri Light</vt:lpstr>
      <vt:lpstr>Libre Franklin</vt:lpstr>
      <vt:lpstr>Tema de Office</vt:lpstr>
      <vt:lpstr>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JGOR</dc:creator>
  <cp:lastModifiedBy>JGOR</cp:lastModifiedBy>
  <cp:revision>7</cp:revision>
  <dcterms:created xsi:type="dcterms:W3CDTF">2025-10-31T22:15:17Z</dcterms:created>
  <dcterms:modified xsi:type="dcterms:W3CDTF">2025-11-04T14:12:01Z</dcterms:modified>
</cp:coreProperties>
</file>